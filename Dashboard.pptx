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8127585-5002-400B-A4CB-48DE1E95AC2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9E7E0D5-9BD3-4962-A800-906E92596A1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23-11-2025 21:27:40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udent Count Analysis" id="2" name="slide2">
            <a:extLst>
              <a:ext uri="{FF2B5EF4-FFF2-40B4-BE49-F238E27FC236}">
                <a16:creationId xmlns:a16="http://schemas.microsoft.com/office/drawing/2014/main" id="{A619B846-607B-4351-8F31-858B520DF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016" y="0"/>
            <a:ext cx="8877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2025-11-23T15:57:40Z</dcterms:created>
  <dcterms:modified xsi:type="dcterms:W3CDTF">2025-11-23T15:57:40Z</dcterms:modified>
</cp:coreProperties>
</file>